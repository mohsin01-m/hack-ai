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C2A7"/>
          </a:solidFill>
          <a:ln w="12700">
            <a:solidFill>
              <a:srgbClr val="35C2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name • model name • model size ≤8B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used and size: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strategy: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search used? Yes/No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presentation template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C2A7"/>
          </a:solidFill>
          <a:ln w="12700">
            <a:solidFill>
              <a:srgbClr val="35C2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→ retrieve → rank → prompt → answer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source: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Embedding/retrieval/ranking method: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 strategy: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method: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presentation template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C2A7"/>
          </a:solidFill>
          <a:ln w="12700">
            <a:solidFill>
              <a:srgbClr val="35C2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and lessons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worked, what failed, and final submission notes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score if known: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useful improvement: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limitations:</a:t>
            </a:r>
            <a:endParaRPr lang="en-US" sz="2100" dirty="0"/>
          </a:p>
          <a:p>
            <a:r>
              <a:rPr lang="en-US" sz="21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link: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presentation template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BCU AI/LLM Hackathon</dc:creator>
  <cp:lastModifiedBy>BCU AI/LLM Hackathon</cp:lastModifiedBy>
  <cp:revision>1</cp:revision>
  <dcterms:created xsi:type="dcterms:W3CDTF">2026-06-15T17:16:39Z</dcterms:created>
  <dcterms:modified xsi:type="dcterms:W3CDTF">2026-06-15T17:16:39Z</dcterms:modified>
</cp:coreProperties>
</file>